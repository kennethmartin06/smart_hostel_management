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1371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097280"/>
            <a:ext cx="1371600" cy="1371600"/>
          </a:xfrm>
          <a:prstGeom prst="ellipse">
            <a:avLst/>
          </a:prstGeom>
          <a:solidFill>
            <a:srgbClr val="4C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1828800"/>
            <a:ext cx="731520" cy="731520"/>
          </a:xfrm>
          <a:prstGeom prst="ellipse">
            <a:avLst/>
          </a:prstGeom>
          <a:solidFill>
            <a:srgbClr val="B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2286000"/>
            <a:ext cx="457200" cy="457200"/>
          </a:xfrm>
          <a:prstGeom prst="ellipse">
            <a:avLst/>
          </a:prstGeom>
          <a:solidFill>
            <a:srgbClr val="5EF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544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228600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286000"/>
            <a:ext cx="228600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Smart Hostel</a:t>
            </a:r>
            <a:br/>
            <a:r>
              <a:t>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A Complete Database Management Solution for Modern Hostel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Kenneth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Final Year Project  |  Database Management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Node.js  |  Oracle Database  |  JavaFX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Why traditional hostel management needs a digital overhaul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6832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Manual registers for room allocation lead to errors and duplication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1696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Fee tracking through spreadsheets causes missed payments and disputes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6560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 centralized complaint system — issues go unresolved for weeks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71424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Visitor logs and parcel tracking rely on physical entry books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26288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Zero analytics — wardens have no visibility into occupancy or trends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81152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No automated notifications — students miss deadlines repeatedly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017520"/>
            <a:ext cx="4389120" cy="3200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3017520"/>
            <a:ext cx="438912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154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520440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35% of hostel complaints go untracked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Average 2-week delay in room allocation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Fee disputes account for 40% of admin workload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No audit trail for accountability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38BDF8"/>
                </a:solidFill>
                <a:latin typeface="Calibri"/>
              </a:defRPr>
            </a:pPr>
            <a:r>
              <a:t>Our system addresses every one of these gaps.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What we set out to build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Digitize Room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Automate room assignments using stored procedures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with real-time capacity tracking and row-level locking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38328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Centralize Fee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End-to-end fee lifecycle from creation to payment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with automatic overdue detection via database 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3832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Enable Role-Based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7 distinct user roles with JWT authentication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ensuring data security and operational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338328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Automate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Database triggers generate real-time alerts for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fees, complaints, parcels, allocations, and discipline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3776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937760"/>
            <a:ext cx="338328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 Analytics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Dashboard statistics, monthly collection trends,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occupancy rates, and exportable CSV/JSON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937760"/>
            <a:ext cx="3383280" cy="17373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93776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Build a Complete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26 tables covering 15 operational clusters from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biometrics to laundry, visitors to roommate matching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comprehensive feature set built for real-world hostel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Admin &amp; Warden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Student &amp; staff management (CRUD)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Room allocation with stored procedures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Fee creation and payment tracking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Complaint resolution workflow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Disciplinary inquiry management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Housekeeping schedule management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Audit log viewer with filters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CSV and JSON report exports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3832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Student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Personal dashboard with fee summary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room allocation and details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Submit maintenance complaints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Track parcel deliveries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Submit hostel feedback ratings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Set roommate preferences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compatibility matches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Real-time notification feed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8328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38328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Advanced / Automated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15 database triggers for automation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6 stored procedures for operations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Auto-occupancy tracking on allocation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Auto-overdue fee detection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Auto-notification generation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Roommate compatibility algorithm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CGPA-based waitlist priority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Audit trail for all key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Three-tier architecture with clear separation of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926080" cy="3200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29260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JavaFX 21 Desktop Application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22 View classes (screens)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7 Model POJOs (Jackson)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HTTP Client with JWT auth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Session management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CSS-styled dark theme UI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40480" y="4389120"/>
            <a:ext cx="731520" cy="36576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3017520"/>
            <a:ext cx="2926080" cy="3200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3017520"/>
            <a:ext cx="29260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204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Node.js + Express.js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23 Route modules (70+ APIs)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JWT Authentication middleware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Role-based authorization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Connection pooling (oracledb)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RESTful API design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63840" y="4389120"/>
            <a:ext cx="731520" cy="365760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3017520"/>
            <a:ext cx="2926080" cy="32004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3017520"/>
            <a:ext cx="292608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154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52044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Oracle Database (21c XE)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26 Tables, 26 Sequences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15 Business logic triggers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6 Stored procedures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8 Reporting views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PL/SQL for server-side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Industry-standard tools chosen for reliability and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60604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26060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JavaFX 21.0.2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Desktop UI framework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Jackson 2.16.1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JSON serialization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java.net.http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HTTP client (built-in)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CSS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Custom dark theme styling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26080"/>
            <a:ext cx="260604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926080"/>
            <a:ext cx="26060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2900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Node.js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JavaScript runtime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Express.js 4.21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Web framework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oracledb 6.7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Oracle driver (thin mode)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jsonwebtoken 9.0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JWT authentication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bcryptjs 2.4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Password hashing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260604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2606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Oracle 21c XE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Enterprise RDBMS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PL/SQL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Server-side procedures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SQL*Plus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Database scripting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Sequences + Triggers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Auto-increment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926080"/>
            <a:ext cx="2606040" cy="3657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926080"/>
            <a:ext cx="2606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Dev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2900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Maven 3.9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Java build tool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Nodemon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Auto-restart dev server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Git + GitHub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Version control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Morgan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HTTP request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26 tables organized across 15 functional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26060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hostel_block, staff, room,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student, allocation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260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926080"/>
            <a:ext cx="26060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29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fees,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260604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emergency_contact,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biometric_log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9260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2926080"/>
            <a:ext cx="2606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290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inquiry, notifications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976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97680"/>
            <a:ext cx="2606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room_complaints,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room_keeping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2976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60" y="4297680"/>
            <a:ext cx="260604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4434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800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parcels, visitor_log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976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297680"/>
            <a:ext cx="26060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434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Property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00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lost_items, found_items,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item_claim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2976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4297680"/>
            <a:ext cx="26060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4434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Requests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800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room_change_request,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waitlist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692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669280"/>
            <a:ext cx="2606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8064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Compatibility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72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roommate_preference,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roommate_compatibility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6160" y="56692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66160" y="5669280"/>
            <a:ext cx="2606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0" y="58064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0" y="6172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hostel_feedback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6692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5669280"/>
            <a:ext cx="260604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8064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Laundry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6172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laundry_order,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laundry_items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5669280"/>
            <a:ext cx="260604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35440" y="5669280"/>
            <a:ext cx="260604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58064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6172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audit_logs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61539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26 Tables   |   26 Sequences   |   28 Foreign Keys   |   20+ CHECK Constraints   |   4 UNIQUE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Key technical decisions and how the system works internally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3035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Stored Procedures (Server-Side Logic)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sp_allocate_room — Row-level locking (FOR UPDATE), capacity validation, atomic allocation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sp_release_room — Checkout with student status update to day_scholar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sp_transfer_room — Atomic transfer: release old + allocate new in one transaction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sp_mark_overdue_fees — Cursor-based batch processing with notification generation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sp_get_dashboard_stats — 11 OUT parameters aggregating system-wide statistics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sp_calc_compatibility — Multi-factor matching with MERGE INTO for upsert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303520" cy="16459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53035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Database Triggers (Automation Engine)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Occupancy Management — Auto-increment/decrement room count on allocation changes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Fee Automation — Auto-mark overdue on insert, auto-update status on payment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Notification Engine — 6 triggers generate alerts for complaints, fees, parcels, etc.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Audit System — Automatic logging of all allocation and fee changes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Laundry Counter — Auto-update item count when laundry items are added/removed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Waitlist Priority — Auto-calculate priority rank from student CGPA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5029200" cy="3474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02920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Login Flow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1. Client sends email + password + userType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2. Server checks student or staff table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3. bcrypt.compare() validates password hash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4. JWT token issued with userId, role, email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5. Token sent with every subsequent request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RBAC (7 Roles)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admin, superadmin, warden, student,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housekeeping, security, maintenance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900" b="0">
                <a:solidFill>
                  <a:srgbClr val="64748B"/>
                </a:solidFill>
                <a:latin typeface="Calibri"/>
              </a:defRPr>
            </a:pPr>
            <a:r>
              <a:t>authorize('admin','warden') middleware gates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22 screens built with JavaFX, styled with a custom dark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Login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User type selector (Admin/Student)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Email and password fields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Async authentication with loading state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Gradient background with styled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3832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4 stat cards (students, rooms, allocations, complaints)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Occupancy rate percentage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Fee collection bar chart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Complaint status pie chart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38328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Searchable table with pagination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Add student dialog with validation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Click-through to detail view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Fee history and emergency contacts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338328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Room 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Available room suggestions sorted by occupancy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Allocate, release, and transfer actions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Stored procedure calls with feedback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Status badges (active, checked_out)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937760"/>
            <a:ext cx="338328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Summary cards (total, collected, pending, overdue)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Payment recording with method selection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Batch overdue marking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Dynamic status-colored badges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93776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Real-time feed with 30-second polling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Type-based icons (fee, complaint, parcel)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Mark read (single or all)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Unread count badge in sidebar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Working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Step-by-step walkthrough of the system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0632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Log in as admin@hostel.edu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Dashboard loads with live stats</a:t>
            </a:r>
          </a:p>
        </p:txBody>
      </p:sp>
      <p:sp>
        <p:nvSpPr>
          <p:cNvPr id="10" name="Oval 9"/>
          <p:cNvSpPr/>
          <p:nvPr/>
        </p:nvSpPr>
        <p:spPr>
          <a:xfrm>
            <a:off x="3703320" y="306324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Add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20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Register new student via form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Auto-creates login credentials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306324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Allocate 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Select student and available room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Stored procedure handles locking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3063240"/>
            <a:ext cx="365760" cy="3657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Create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520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Assign hostel rent to student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Trigger auto-generates notification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074920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Record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Student pays via card/UPI/cash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Fee status auto-updates to paid</a:t>
            </a:r>
          </a:p>
        </p:txBody>
      </p:sp>
      <p:sp>
        <p:nvSpPr>
          <p:cNvPr id="22" name="Oval 21"/>
          <p:cNvSpPr/>
          <p:nvPr/>
        </p:nvSpPr>
        <p:spPr>
          <a:xfrm>
            <a:off x="3703320" y="50749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File Complaint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532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Student reports maintenance issue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Admin updates status to resolved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50749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View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532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Export fee, occupancy, collection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reports as CSV or JSON files</a:t>
            </a:r>
          </a:p>
        </p:txBody>
      </p:sp>
      <p:sp>
        <p:nvSpPr>
          <p:cNvPr id="28" name="Oval 27"/>
          <p:cNvSpPr/>
          <p:nvPr/>
        </p:nvSpPr>
        <p:spPr>
          <a:xfrm>
            <a:off x="9372600" y="507492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5321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View all system changes with</a:t>
            </a:r>
          </a:p>
          <a:p>
            <a:pPr>
              <a:spcBef>
                <a:spcPts val="200"/>
              </a:spcBef>
              <a:spcAft>
                <a:spcPts val="624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filters by entity and action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Technical hurdles encountered during development and how we solved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30352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3035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Circular Foreign Key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Problem: hostel_block references staff (warden_id) and staff references hostel_block (block_id). Cannot create both tables simultaneously.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4ADE80"/>
                </a:solidFill>
                <a:latin typeface="Calibri"/>
              </a:defRPr>
            </a:pPr>
            <a:r>
              <a:t>Solution: Created hostel_block first WITHOUT the warden FK, then created staff, then used ALTER TABLE to add the FK afterward.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26080"/>
            <a:ext cx="530352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926080"/>
            <a:ext cx="53035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Oracle UPPER_CASE Column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29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Problem: Oracle returns all column names in UPPER_CASE (e.g., STUDENT_ID), but the JavaFX frontend expects camelCase (studentId).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4ADE80"/>
                </a:solidFill>
                <a:latin typeface="Calibri"/>
              </a:defRPr>
            </a:pPr>
            <a:r>
              <a:t>Solution: Built a helper function rowToCamel() that converts UPPER_CASE to camelCase using regex, applied to all API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530352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53035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Concurrent Room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Problem: Two admins could allocate the same room simultaneously, exceeding capacity and creating data inconsistency.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4ADE80"/>
                </a:solidFill>
                <a:latin typeface="Calibri"/>
              </a:defRPr>
            </a:pPr>
            <a:r>
              <a:t>Solution: Used SELECT FOR UPDATE row-level locking inside stored procedures to ensure atomic allocation with proper concurrency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937760"/>
            <a:ext cx="530352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937760"/>
            <a:ext cx="530352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JavaFX Thread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4406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Problem: API calls on the main JavaFX thread would freeze the UI. Background threads can't update UI components directly.</a:t>
            </a: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4ADE80"/>
                </a:solidFill>
                <a:latin typeface="Calibri"/>
              </a:defRPr>
            </a:pPr>
            <a:r>
              <a:t>Solution: All API calls run in background threads, with Platform.runLater() used to safely update UI components from background threads.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Roadmap for scaling the system beyond its current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AI-Powered Roommate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Replace the rule-based compatibility algorithm with a machine learning model trained on student preferences, sleep patterns, and behavioral data for smarter room assignments.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3832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Mobile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Build a cross-platform mobile app (React Native or Flutter) so students can manage complaints, track parcels, pay fees, and receive push notifications on the 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92608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926080"/>
            <a:ext cx="338328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Biometric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Connect with physical fingerprint and face recognition hardware for automated hostel entry/exit tracking, replacing manual log entries with real sensor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338328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Predictive Analytics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Use historical data to predict occupancy trends, forecast fee collection rates, identify students likely to default, and optimize room allocation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937760"/>
            <a:ext cx="338328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Multi-Hostel Scalability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Extend the architecture to support multiple hostels across different campuses with centralized administration, distributed databases, and region-based access control.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937760"/>
            <a:ext cx="3383280" cy="18288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937760"/>
            <a:ext cx="33832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Automated Email &amp; SMS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72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Integrate with email and SMS gateways for external notifications — fee reminders, parcel arrivals, visitor approvals — beyond the in-app notification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0" y="146304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6858000" cy="38404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6858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76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 production-grade hostel management system that replaces manual processes with automation.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26 database tables covering every aspect of hostel operations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70+ REST API endpoints with JWT authentication and 7-role RBAC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22 JavaFX screens providing a complete desktop interface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15 database triggers automating occupancy, fees, notifications, and auditing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6 stored procedures ensuring data integrity with row-level locking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✔  Exportable reports in CSV and JSON formats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38BDF8"/>
                </a:solidFill>
                <a:latin typeface="Calibri"/>
              </a:defRPr>
            </a:pPr>
            <a:r>
              <a:t>This project demonstrates end-to-end full-stack development with</a:t>
            </a:r>
          </a:p>
          <a:p>
            <a:pPr>
              <a:spcBef>
                <a:spcPts val="200"/>
              </a:spcBef>
              <a:spcAft>
                <a:spcPts val="676"/>
              </a:spcAft>
              <a:defRPr sz="1300" b="0">
                <a:solidFill>
                  <a:srgbClr val="38BDF8"/>
                </a:solidFill>
                <a:latin typeface="Calibri"/>
              </a:defRPr>
            </a:pPr>
            <a:r>
              <a:t>enterprise database design principles applied to a real-world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4320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768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819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38328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408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70+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459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02336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048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4099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UI Screens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66344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68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739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Triggers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30352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532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379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Procedures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943600"/>
            <a:ext cx="3200400" cy="54864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5969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019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Views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4632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0" y="0"/>
            <a:ext cx="6350" cy="6858000"/>
          </a:xfrm>
          <a:prstGeom prst="rect">
            <a:avLst/>
          </a:prstGeom>
          <a:solidFill>
            <a:srgbClr val="15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205740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286000"/>
            <a:ext cx="205740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Calibri"/>
              </a:defRPr>
            </a:pPr>
            <a:r>
              <a:t>Smart Hostel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Questions and feedback are 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Kenneth Martin  |  github.com/KennethMartin06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029200"/>
            <a:ext cx="1097280" cy="1097280"/>
          </a:xfrm>
          <a:prstGeom prst="ellipse">
            <a:avLst/>
          </a:prstGeom>
          <a:solidFill>
            <a:srgbClr val="BB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0" y="1371600"/>
            <a:ext cx="914400" cy="914400"/>
          </a:xfrm>
          <a:prstGeom prst="ellipse">
            <a:avLst/>
          </a:prstGeom>
          <a:solidFill>
            <a:srgbClr val="4C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5303520"/>
            <a:ext cx="548640" cy="548640"/>
          </a:xfrm>
          <a:prstGeom prst="ellipse">
            <a:avLst/>
          </a:prstGeom>
          <a:solidFill>
            <a:srgbClr val="5EF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